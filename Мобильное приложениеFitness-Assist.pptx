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2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2EC49F-484B-4C1B-87B6-646AED30798B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FD8AFC-6DD5-407E-AE8D-503B00FB75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2071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FD8AFC-6DD5-407E-AE8D-503B00FB75F5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5785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AC60D-83C8-4A53-B04C-ECEC1D4295A2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804E9-63E6-4D3B-A83D-AAD54E35F0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2908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AC60D-83C8-4A53-B04C-ECEC1D4295A2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804E9-63E6-4D3B-A83D-AAD54E35F0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8264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AC60D-83C8-4A53-B04C-ECEC1D4295A2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804E9-63E6-4D3B-A83D-AAD54E35F0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26219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AC60D-83C8-4A53-B04C-ECEC1D4295A2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804E9-63E6-4D3B-A83D-AAD54E35F0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5520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AC60D-83C8-4A53-B04C-ECEC1D4295A2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804E9-63E6-4D3B-A83D-AAD54E35F0FA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364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AC60D-83C8-4A53-B04C-ECEC1D4295A2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804E9-63E6-4D3B-A83D-AAD54E35F0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8115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AC60D-83C8-4A53-B04C-ECEC1D4295A2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804E9-63E6-4D3B-A83D-AAD54E35F0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6075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AC60D-83C8-4A53-B04C-ECEC1D4295A2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804E9-63E6-4D3B-A83D-AAD54E35F0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5770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722AC60D-83C8-4A53-B04C-ECEC1D4295A2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804E9-63E6-4D3B-A83D-AAD54E35F0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0615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AC60D-83C8-4A53-B04C-ECEC1D4295A2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804E9-63E6-4D3B-A83D-AAD54E35F0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9941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AC60D-83C8-4A53-B04C-ECEC1D4295A2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804E9-63E6-4D3B-A83D-AAD54E35F0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8410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722AC60D-83C8-4A53-B04C-ECEC1D4295A2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8F804E9-63E6-4D3B-A83D-AAD54E35F0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7962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57D39A-1856-4B27-B4D6-A3F7C3508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7889" y="1176867"/>
            <a:ext cx="8676222" cy="2819399"/>
          </a:xfrm>
        </p:spPr>
        <p:txBody>
          <a:bodyPr/>
          <a:lstStyle/>
          <a:p>
            <a:r>
              <a:rPr lang="ru-RU" b="1" dirty="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</a:effectLst>
              </a:rPr>
              <a:t>Мобильное приложение</a:t>
            </a:r>
            <a:br>
              <a:rPr lang="ru-RU" b="1" dirty="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Фитнес-Ассистент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5D3FC1F-F8AC-4E9E-BE6C-9766F681BB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7889" y="4191000"/>
            <a:ext cx="8676222" cy="1490133"/>
          </a:xfrm>
        </p:spPr>
        <p:txBody>
          <a:bodyPr/>
          <a:lstStyle/>
          <a:p>
            <a:r>
              <a:rPr lang="ru-RU" b="1" dirty="0">
                <a:solidFill>
                  <a:schemeClr val="bg1"/>
                </a:solidFill>
              </a:rPr>
              <a:t>Выполнила: Абдулова </a:t>
            </a:r>
            <a:r>
              <a:rPr lang="ru-RU" b="1" dirty="0" err="1">
                <a:solidFill>
                  <a:schemeClr val="bg1"/>
                </a:solidFill>
              </a:rPr>
              <a:t>Кисханум</a:t>
            </a:r>
            <a:r>
              <a:rPr lang="ru-RU" b="1" dirty="0">
                <a:solidFill>
                  <a:schemeClr val="bg1"/>
                </a:solidFill>
              </a:rPr>
              <a:t> </a:t>
            </a:r>
          </a:p>
          <a:p>
            <a:r>
              <a:rPr lang="ru-RU" b="1" dirty="0">
                <a:solidFill>
                  <a:schemeClr val="bg1"/>
                </a:solidFill>
              </a:rPr>
              <a:t>401ИС-22</a:t>
            </a:r>
          </a:p>
        </p:txBody>
      </p:sp>
    </p:spTree>
    <p:extLst>
      <p:ext uri="{BB962C8B-B14F-4D97-AF65-F5344CB8AC3E}">
        <p14:creationId xmlns:p14="http://schemas.microsoft.com/office/powerpoint/2010/main" val="2025911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43DC50-E795-45D0-BEB5-4D08D7141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236133"/>
          </a:xfrm>
        </p:spPr>
        <p:txBody>
          <a:bodyPr/>
          <a:lstStyle/>
          <a:p>
            <a:pPr algn="just"/>
            <a:r>
              <a:rPr lang="ru-RU" b="1" dirty="0"/>
              <a:t>О приложении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9BFF1B-64C6-439B-9C4F-161CD0B2964B}"/>
              </a:ext>
            </a:extLst>
          </p:cNvPr>
          <p:cNvSpPr/>
          <p:nvPr/>
        </p:nvSpPr>
        <p:spPr>
          <a:xfrm>
            <a:off x="569912" y="2294466"/>
            <a:ext cx="11049000" cy="2957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719138" algn="just">
              <a:lnSpc>
                <a:spcPct val="150000"/>
              </a:lnSpc>
            </a:pPr>
            <a:r>
              <a:rPr lang="ru-RU" dirty="0"/>
              <a:t>Фитнес-ассистент – это современное и интуитивно понятное мобильное приложение, созданное для помощи пользователям в поддержании здорового образа жизни. Приложение объединяет в себе три ключевых направления: фитнес-активность, водный баланс и контроль питания. С его помощью вы сможете легко отслеживать свои тренировки, следить за ежедневным потреблением воды и вести учёт калорий.</a:t>
            </a:r>
          </a:p>
          <a:p>
            <a:pPr indent="719138" algn="just">
              <a:lnSpc>
                <a:spcPct val="150000"/>
              </a:lnSpc>
            </a:pPr>
            <a:r>
              <a:rPr lang="ru-RU" dirty="0"/>
              <a:t>Основная идея – сделать процесс заботы о здоровье системным, наглядным и мотивирующим. Благодаря персонализированным целям, простому интерфейсу и подробной статистике </a:t>
            </a:r>
            <a:r>
              <a:rPr lang="ru-RU" dirty="0" err="1"/>
              <a:t>Fitness</a:t>
            </a:r>
            <a:r>
              <a:rPr lang="ru-RU" dirty="0"/>
              <a:t> </a:t>
            </a:r>
            <a:r>
              <a:rPr lang="ru-RU" dirty="0" err="1"/>
              <a:t>Assist</a:t>
            </a:r>
            <a:r>
              <a:rPr lang="ru-RU" dirty="0"/>
              <a:t> станет вашим надежным цифровым помощником на пути к лучшей версии себя.</a:t>
            </a:r>
          </a:p>
        </p:txBody>
      </p:sp>
    </p:spTree>
    <p:extLst>
      <p:ext uri="{BB962C8B-B14F-4D97-AF65-F5344CB8AC3E}">
        <p14:creationId xmlns:p14="http://schemas.microsoft.com/office/powerpoint/2010/main" val="570730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7AA772-6746-4069-8E93-61037F20C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474133"/>
            <a:ext cx="9905998" cy="1905000"/>
          </a:xfrm>
        </p:spPr>
        <p:txBody>
          <a:bodyPr/>
          <a:lstStyle/>
          <a:p>
            <a:pPr algn="just"/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Преимущества приложения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8280D55-BCF1-445F-B01E-D687C6E10D84}"/>
              </a:ext>
            </a:extLst>
          </p:cNvPr>
          <p:cNvSpPr/>
          <p:nvPr/>
        </p:nvSpPr>
        <p:spPr>
          <a:xfrm>
            <a:off x="2614612" y="2768600"/>
            <a:ext cx="6959600" cy="23421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2000" dirty="0"/>
              <a:t>Простое добавление и отслеживание тренировок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2000" dirty="0"/>
              <a:t>Учёт водного баланса с настраиваемой целью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2000" dirty="0"/>
              <a:t>Подсчёт калорий с быстрым вводом продуктов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2000" dirty="0"/>
              <a:t>Минималистичный и интуитивный интерфейс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2000" dirty="0"/>
              <a:t>Работа без интернета (оффлайн-режим)</a:t>
            </a:r>
          </a:p>
        </p:txBody>
      </p:sp>
    </p:spTree>
    <p:extLst>
      <p:ext uri="{BB962C8B-B14F-4D97-AF65-F5344CB8AC3E}">
        <p14:creationId xmlns:p14="http://schemas.microsoft.com/office/powerpoint/2010/main" val="3172623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C5515A-6A16-4D55-852A-40B0C870D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325691"/>
            <a:ext cx="9905998" cy="1486175"/>
          </a:xfrm>
        </p:spPr>
        <p:txBody>
          <a:bodyPr/>
          <a:lstStyle/>
          <a:p>
            <a:r>
              <a:rPr lang="ru-RU" b="1" dirty="0"/>
              <a:t>Ключевые функции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E80DFAE-6667-4576-96F2-8DBDA3032E43}"/>
              </a:ext>
            </a:extLst>
          </p:cNvPr>
          <p:cNvSpPr/>
          <p:nvPr/>
        </p:nvSpPr>
        <p:spPr>
          <a:xfrm>
            <a:off x="1143001" y="2763711"/>
            <a:ext cx="4775199" cy="25423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b="1" dirty="0"/>
              <a:t>Основные: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⏰</a:t>
            </a:r>
            <a:r>
              <a:rPr lang="ru-RU" dirty="0"/>
              <a:t>Таймер тренировок</a:t>
            </a:r>
          </a:p>
          <a:p>
            <a:pPr algn="just">
              <a:lnSpc>
                <a:spcPct val="150000"/>
              </a:lnSpc>
            </a:pPr>
            <a:r>
              <a:rPr lang="ru-RU" dirty="0"/>
              <a:t>💧 Отслеживание водного баланса</a:t>
            </a:r>
          </a:p>
          <a:p>
            <a:pPr algn="just">
              <a:lnSpc>
                <a:spcPct val="150000"/>
              </a:lnSpc>
            </a:pPr>
            <a:r>
              <a:rPr lang="ru-RU" dirty="0"/>
              <a:t>🍎 Подсчёт калорий и питательных веществ</a:t>
            </a:r>
          </a:p>
          <a:p>
            <a:pPr algn="just">
              <a:lnSpc>
                <a:spcPct val="150000"/>
              </a:lnSpc>
            </a:pPr>
            <a:r>
              <a:rPr lang="ru-RU" dirty="0"/>
              <a:t>📊 Статистика за день/неделю</a:t>
            </a:r>
          </a:p>
          <a:p>
            <a:pPr algn="just">
              <a:lnSpc>
                <a:spcPct val="150000"/>
              </a:lnSpc>
            </a:pP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B5D3761-C2A8-450A-924F-662997A98028}"/>
              </a:ext>
            </a:extLst>
          </p:cNvPr>
          <p:cNvSpPr/>
          <p:nvPr/>
        </p:nvSpPr>
        <p:spPr>
          <a:xfrm>
            <a:off x="6561668" y="2763711"/>
            <a:ext cx="4487331" cy="1709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b="1" dirty="0"/>
              <a:t>Дополнительные:</a:t>
            </a:r>
          </a:p>
          <a:p>
            <a:pPr algn="just">
              <a:lnSpc>
                <a:spcPct val="150000"/>
              </a:lnSpc>
            </a:pPr>
            <a:r>
              <a:rPr lang="ru-RU" dirty="0"/>
              <a:t>🎯 Настраиваемые цели</a:t>
            </a:r>
          </a:p>
          <a:p>
            <a:pPr algn="just">
              <a:lnSpc>
                <a:spcPct val="150000"/>
              </a:lnSpc>
            </a:pPr>
            <a:r>
              <a:rPr lang="ru-RU" dirty="0"/>
              <a:t>📅 Напоминания о воде и тренировках</a:t>
            </a:r>
          </a:p>
          <a:p>
            <a:pPr algn="just">
              <a:lnSpc>
                <a:spcPct val="150000"/>
              </a:lnSpc>
            </a:pPr>
            <a:r>
              <a:rPr lang="ru-RU" dirty="0"/>
              <a:t>📱 Адаптивный дизайн</a:t>
            </a:r>
          </a:p>
        </p:txBody>
      </p:sp>
    </p:spTree>
    <p:extLst>
      <p:ext uri="{BB962C8B-B14F-4D97-AF65-F5344CB8AC3E}">
        <p14:creationId xmlns:p14="http://schemas.microsoft.com/office/powerpoint/2010/main" val="809039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AEA987-D8C9-41B8-8A86-02CF25AAD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281000"/>
            <a:ext cx="9905998" cy="988999"/>
          </a:xfrm>
        </p:spPr>
        <p:txBody>
          <a:bodyPr/>
          <a:lstStyle/>
          <a:p>
            <a:r>
              <a:rPr lang="ru-RU" b="1" dirty="0"/>
              <a:t>Интерфейс приложения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9A00F0F-FB1A-4E3A-8D1F-0A790FF2B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087" y="1958325"/>
            <a:ext cx="1457142" cy="356101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6B2129-CB11-4EF4-B770-27D3BDFC5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427" y="1958324"/>
            <a:ext cx="1457143" cy="3561017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43249D6-0E4B-4CC6-A9EA-574EB3F81105}"/>
              </a:ext>
            </a:extLst>
          </p:cNvPr>
          <p:cNvSpPr/>
          <p:nvPr/>
        </p:nvSpPr>
        <p:spPr>
          <a:xfrm>
            <a:off x="5212583" y="5701268"/>
            <a:ext cx="17668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 Главный экран 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B42E1E7-F6AF-42F8-8399-D56E85EEA9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8771" y="1958324"/>
            <a:ext cx="1457142" cy="3561017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1A9C52D-8EDC-4839-B643-149F80E5581A}"/>
              </a:ext>
            </a:extLst>
          </p:cNvPr>
          <p:cNvSpPr/>
          <p:nvPr/>
        </p:nvSpPr>
        <p:spPr>
          <a:xfrm>
            <a:off x="9002160" y="5701268"/>
            <a:ext cx="10903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 Питание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A50E623-9386-4BAE-BAC5-ED4C0534DF0C}"/>
              </a:ext>
            </a:extLst>
          </p:cNvPr>
          <p:cNvSpPr/>
          <p:nvPr/>
        </p:nvSpPr>
        <p:spPr>
          <a:xfrm>
            <a:off x="1585737" y="5701268"/>
            <a:ext cx="21178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Экран авторизации</a:t>
            </a:r>
          </a:p>
        </p:txBody>
      </p:sp>
    </p:spTree>
    <p:extLst>
      <p:ext uri="{BB962C8B-B14F-4D97-AF65-F5344CB8AC3E}">
        <p14:creationId xmlns:p14="http://schemas.microsoft.com/office/powerpoint/2010/main" val="1353841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8FE1891-DE61-4DE4-B52E-593852B5F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6016" y="1874768"/>
            <a:ext cx="1474304" cy="360295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97C144A-258B-4D4A-AE17-66C030C44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6107" y="1874769"/>
            <a:ext cx="1475306" cy="360295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E3EDF1A-2E85-4634-9419-20A00CDF36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117" y="1874769"/>
            <a:ext cx="1471387" cy="3602957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F2655C58-EBC9-4FA5-9F9B-067F32B74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0761" y="384432"/>
            <a:ext cx="9905998" cy="988999"/>
          </a:xfrm>
        </p:spPr>
        <p:txBody>
          <a:bodyPr/>
          <a:lstStyle/>
          <a:p>
            <a:r>
              <a:rPr lang="ru-RU" b="1" dirty="0"/>
              <a:t>Интерфейс приложения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3CBB587-B1C4-435C-9D93-856A62FFA1AC}"/>
              </a:ext>
            </a:extLst>
          </p:cNvPr>
          <p:cNvSpPr/>
          <p:nvPr/>
        </p:nvSpPr>
        <p:spPr>
          <a:xfrm>
            <a:off x="1614837" y="5606062"/>
            <a:ext cx="17219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Водный баланс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4B6B6E2-F850-476D-92F8-36225E225CA6}"/>
              </a:ext>
            </a:extLst>
          </p:cNvPr>
          <p:cNvSpPr/>
          <p:nvPr/>
        </p:nvSpPr>
        <p:spPr>
          <a:xfrm>
            <a:off x="5472016" y="5606062"/>
            <a:ext cx="1263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Настройки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0EA2BF3-07F2-44F1-9900-58D1F2F962F9}"/>
              </a:ext>
            </a:extLst>
          </p:cNvPr>
          <p:cNvSpPr/>
          <p:nvPr/>
        </p:nvSpPr>
        <p:spPr>
          <a:xfrm>
            <a:off x="9041312" y="5609731"/>
            <a:ext cx="13837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Тренировка</a:t>
            </a:r>
          </a:p>
        </p:txBody>
      </p:sp>
    </p:spTree>
    <p:extLst>
      <p:ext uri="{BB962C8B-B14F-4D97-AF65-F5344CB8AC3E}">
        <p14:creationId xmlns:p14="http://schemas.microsoft.com/office/powerpoint/2010/main" val="2836812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4DF63B-24D0-4556-9F75-6C5793618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202" y="362268"/>
            <a:ext cx="9905998" cy="1286186"/>
          </a:xfrm>
        </p:spPr>
        <p:txBody>
          <a:bodyPr/>
          <a:lstStyle/>
          <a:p>
            <a:r>
              <a:rPr lang="ru-RU" b="1" dirty="0"/>
              <a:t>Инструментарий проекта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F1C53F3-C1E1-45A3-993D-FAC6A6FE9DEC}"/>
              </a:ext>
            </a:extLst>
          </p:cNvPr>
          <p:cNvSpPr/>
          <p:nvPr/>
        </p:nvSpPr>
        <p:spPr>
          <a:xfrm>
            <a:off x="1684867" y="2716535"/>
            <a:ext cx="3945465" cy="21171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b="1" dirty="0" err="1"/>
              <a:t>Фронтенд</a:t>
            </a:r>
            <a:r>
              <a:rPr lang="ru-RU" b="1" dirty="0"/>
              <a:t>:</a:t>
            </a:r>
          </a:p>
          <a:p>
            <a:pPr algn="just">
              <a:lnSpc>
                <a:spcPct val="150000"/>
              </a:lnSpc>
            </a:pPr>
            <a:r>
              <a:rPr lang="ru-RU" dirty="0"/>
              <a:t>• </a:t>
            </a:r>
            <a:r>
              <a:rPr lang="en-US" dirty="0"/>
              <a:t>Kotlin (100%)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• Android Jetpack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• Material Design 3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• Navigation Component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544ED42-A515-449D-BAF0-193F785B52DA}"/>
              </a:ext>
            </a:extLst>
          </p:cNvPr>
          <p:cNvSpPr/>
          <p:nvPr/>
        </p:nvSpPr>
        <p:spPr>
          <a:xfrm>
            <a:off x="6096000" y="2370408"/>
            <a:ext cx="4690533" cy="12861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b="1" dirty="0"/>
              <a:t>Архитектура:</a:t>
            </a:r>
          </a:p>
          <a:p>
            <a:pPr algn="just">
              <a:lnSpc>
                <a:spcPct val="150000"/>
              </a:lnSpc>
            </a:pPr>
            <a:r>
              <a:rPr lang="ru-RU" dirty="0"/>
              <a:t>• </a:t>
            </a:r>
            <a:r>
              <a:rPr lang="en-US" dirty="0"/>
              <a:t>Single Activity </a:t>
            </a:r>
            <a:r>
              <a:rPr lang="ru-RU" dirty="0"/>
              <a:t>с </a:t>
            </a:r>
            <a:r>
              <a:rPr lang="en-US" dirty="0"/>
              <a:t>Fragment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• MVVM (Model-View-</a:t>
            </a:r>
            <a:r>
              <a:rPr lang="en-US" dirty="0" err="1"/>
              <a:t>ViewModel</a:t>
            </a:r>
            <a:r>
              <a:rPr lang="en-US" dirty="0"/>
              <a:t>)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C56195C-94E6-43EF-AFF7-34BBD9E9B7F2}"/>
              </a:ext>
            </a:extLst>
          </p:cNvPr>
          <p:cNvSpPr/>
          <p:nvPr/>
        </p:nvSpPr>
        <p:spPr>
          <a:xfrm>
            <a:off x="6096000" y="4013832"/>
            <a:ext cx="4952999" cy="12861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b="1" dirty="0"/>
              <a:t>Хранение данных:</a:t>
            </a:r>
          </a:p>
          <a:p>
            <a:pPr algn="just">
              <a:lnSpc>
                <a:spcPct val="150000"/>
              </a:lnSpc>
            </a:pPr>
            <a:r>
              <a:rPr lang="ru-RU" dirty="0"/>
              <a:t>• </a:t>
            </a:r>
            <a:r>
              <a:rPr lang="en-US" dirty="0" err="1"/>
              <a:t>SharedPreferences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/>
              <a:t>• Room (</a:t>
            </a:r>
            <a:r>
              <a:rPr lang="ru-RU" dirty="0"/>
              <a:t>кеширование, если есть)</a:t>
            </a:r>
          </a:p>
        </p:txBody>
      </p:sp>
    </p:spTree>
    <p:extLst>
      <p:ext uri="{BB962C8B-B14F-4D97-AF65-F5344CB8AC3E}">
        <p14:creationId xmlns:p14="http://schemas.microsoft.com/office/powerpoint/2010/main" val="822031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C6C0C9-5C66-46B1-80EA-DFB2DBCEF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72534"/>
            <a:ext cx="9905998" cy="1295399"/>
          </a:xfrm>
        </p:spPr>
        <p:txBody>
          <a:bodyPr/>
          <a:lstStyle/>
          <a:p>
            <a:r>
              <a:rPr lang="ru-RU" b="1" dirty="0"/>
              <a:t>Структура проекта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69E3C8E-C155-4CF4-8B98-163C998CFBAD}"/>
              </a:ext>
            </a:extLst>
          </p:cNvPr>
          <p:cNvSpPr/>
          <p:nvPr/>
        </p:nvSpPr>
        <p:spPr>
          <a:xfrm>
            <a:off x="3048000" y="2242776"/>
            <a:ext cx="6096000" cy="294817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b="1" dirty="0"/>
              <a:t>Основные файлы: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 err="1"/>
              <a:t>MainActivity.kt</a:t>
            </a:r>
            <a:r>
              <a:rPr lang="en-US" dirty="0"/>
              <a:t> — </a:t>
            </a:r>
            <a:r>
              <a:rPr lang="ru-RU" dirty="0"/>
              <a:t>основная активность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 err="1"/>
              <a:t>HomeFragment.kt</a:t>
            </a:r>
            <a:r>
              <a:rPr lang="en-US" dirty="0"/>
              <a:t> — </a:t>
            </a:r>
            <a:r>
              <a:rPr lang="ru-RU" dirty="0"/>
              <a:t>главный экран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 err="1"/>
              <a:t>WorkoutFragment.kt</a:t>
            </a:r>
            <a:r>
              <a:rPr lang="en-US" dirty="0"/>
              <a:t> — </a:t>
            </a:r>
            <a:r>
              <a:rPr lang="ru-RU" dirty="0"/>
              <a:t>экран тренировок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 err="1"/>
              <a:t>WaterFragment.kt</a:t>
            </a:r>
            <a:r>
              <a:rPr lang="en-US" dirty="0"/>
              <a:t> — </a:t>
            </a:r>
            <a:r>
              <a:rPr lang="ru-RU" dirty="0"/>
              <a:t>экран водного баланса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 err="1"/>
              <a:t>NutritionFragment.kt</a:t>
            </a:r>
            <a:r>
              <a:rPr lang="en-US" dirty="0"/>
              <a:t> — </a:t>
            </a:r>
            <a:r>
              <a:rPr lang="ru-RU" dirty="0"/>
              <a:t>экран питания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 err="1"/>
              <a:t>SettingsFragment.kt</a:t>
            </a:r>
            <a:r>
              <a:rPr lang="en-US" dirty="0"/>
              <a:t> — </a:t>
            </a:r>
            <a:r>
              <a:rPr lang="ru-RU" dirty="0"/>
              <a:t>экран настроек</a:t>
            </a:r>
          </a:p>
        </p:txBody>
      </p:sp>
    </p:spTree>
    <p:extLst>
      <p:ext uri="{BB962C8B-B14F-4D97-AF65-F5344CB8AC3E}">
        <p14:creationId xmlns:p14="http://schemas.microsoft.com/office/powerpoint/2010/main" val="1384074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D30280-B34D-44B3-A3C2-3957680AE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372533"/>
            <a:ext cx="9905998" cy="1380067"/>
          </a:xfrm>
        </p:spPr>
        <p:txBody>
          <a:bodyPr/>
          <a:lstStyle/>
          <a:p>
            <a:r>
              <a:rPr lang="ru-RU" b="1" dirty="0"/>
              <a:t>Планы по развитию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DCF0511-0BAB-421E-ACC6-5D201EBCBFD7}"/>
              </a:ext>
            </a:extLst>
          </p:cNvPr>
          <p:cNvSpPr/>
          <p:nvPr/>
        </p:nvSpPr>
        <p:spPr>
          <a:xfrm>
            <a:off x="2679700" y="2674792"/>
            <a:ext cx="6832600" cy="21180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dirty="0"/>
              <a:t>Локализация — поддержка нескольких языков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dirty="0"/>
              <a:t>Синхронизация с облаком — резервное копирование данных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dirty="0"/>
              <a:t>Расширенная статистика — графики и отчёты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dirty="0"/>
              <a:t>Достижения и геймификация — мотивация пользователей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dirty="0"/>
              <a:t>База продуктов — автоматический подсчёт калорий</a:t>
            </a:r>
          </a:p>
        </p:txBody>
      </p:sp>
    </p:spTree>
    <p:extLst>
      <p:ext uri="{BB962C8B-B14F-4D97-AF65-F5344CB8AC3E}">
        <p14:creationId xmlns:p14="http://schemas.microsoft.com/office/powerpoint/2010/main" val="1258066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7B052A-DB5C-4F6B-B079-869EB66AC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589" y="257659"/>
            <a:ext cx="9905998" cy="1621941"/>
          </a:xfrm>
        </p:spPr>
        <p:txBody>
          <a:bodyPr/>
          <a:lstStyle/>
          <a:p>
            <a:r>
              <a:rPr lang="ru-RU" b="1" dirty="0"/>
              <a:t>Итоги и выводы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5847895-3729-4753-A224-7343984D70AB}"/>
              </a:ext>
            </a:extLst>
          </p:cNvPr>
          <p:cNvSpPr/>
          <p:nvPr/>
        </p:nvSpPr>
        <p:spPr>
          <a:xfrm>
            <a:off x="1144589" y="2535192"/>
            <a:ext cx="9701211" cy="25326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Достигнутые цели: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dirty="0"/>
              <a:t>Изучение работы с </a:t>
            </a:r>
            <a:r>
              <a:rPr lang="ru-RU" dirty="0" err="1"/>
              <a:t>Fragment</a:t>
            </a:r>
            <a:r>
              <a:rPr lang="ru-RU" dirty="0"/>
              <a:t> и </a:t>
            </a:r>
            <a:r>
              <a:rPr lang="ru-RU" dirty="0" err="1"/>
              <a:t>Navigation</a:t>
            </a:r>
            <a:r>
              <a:rPr lang="ru-RU" dirty="0"/>
              <a:t> </a:t>
            </a:r>
            <a:r>
              <a:rPr lang="ru-RU" dirty="0" err="1"/>
              <a:t>Component</a:t>
            </a:r>
            <a:endParaRPr lang="ru-RU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dirty="0"/>
              <a:t>Практика архитектуры MVVM на </a:t>
            </a:r>
            <a:r>
              <a:rPr lang="ru-RU" dirty="0" err="1"/>
              <a:t>Kotlin</a:t>
            </a:r>
            <a:endParaRPr lang="ru-RU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dirty="0"/>
              <a:t>Реализация локального хранения данных (</a:t>
            </a:r>
            <a:r>
              <a:rPr lang="ru-RU" dirty="0" err="1"/>
              <a:t>SharedPreferences</a:t>
            </a:r>
            <a:r>
              <a:rPr lang="ru-RU" dirty="0"/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dirty="0"/>
              <a:t>Создание адаптивного и удобного интерфейса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dirty="0"/>
              <a:t>Разработка функционала для трёх ключевых модулей: тренировки, вода, питание</a:t>
            </a:r>
          </a:p>
        </p:txBody>
      </p:sp>
    </p:spTree>
    <p:extLst>
      <p:ext uri="{BB962C8B-B14F-4D97-AF65-F5344CB8AC3E}">
        <p14:creationId xmlns:p14="http://schemas.microsoft.com/office/powerpoint/2010/main" val="1830432943"/>
      </p:ext>
    </p:extLst>
  </p:cSld>
  <p:clrMapOvr>
    <a:masterClrMapping/>
  </p:clrMapOvr>
</p:sld>
</file>

<file path=ppt/theme/theme1.xml><?xml version="1.0" encoding="utf-8"?>
<a:theme xmlns:a="http://schemas.openxmlformats.org/drawingml/2006/main" name="Посылка">
  <a:themeElements>
    <a:clrScheme name="Другая 1">
      <a:dk1>
        <a:srgbClr val="000000"/>
      </a:dk1>
      <a:lt1>
        <a:srgbClr val="FFFFFF"/>
      </a:lt1>
      <a:dk2>
        <a:srgbClr val="FFCCFF"/>
      </a:dk2>
      <a:lt2>
        <a:srgbClr val="CCFFCC"/>
      </a:lt2>
      <a:accent1>
        <a:srgbClr val="CCECFF"/>
      </a:accent1>
      <a:accent2>
        <a:srgbClr val="FFCCCC"/>
      </a:accent2>
      <a:accent3>
        <a:srgbClr val="FFFFCC"/>
      </a:accent3>
      <a:accent4>
        <a:srgbClr val="CCCCFF"/>
      </a:accent4>
      <a:accent5>
        <a:srgbClr val="CCFFFF"/>
      </a:accent5>
      <a:accent6>
        <a:srgbClr val="FFCCFF"/>
      </a:accent6>
      <a:hlink>
        <a:srgbClr val="00B0F0"/>
      </a:hlink>
      <a:folHlink>
        <a:srgbClr val="FFCCFF"/>
      </a:folHlink>
    </a:clrScheme>
    <a:fontScheme name="Посылка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Посылка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Words>347</Words>
  <Application>Microsoft Office PowerPoint</Application>
  <PresentationFormat>Широкоэкранный</PresentationFormat>
  <Paragraphs>64</Paragraphs>
  <Slides>10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Corbel</vt:lpstr>
      <vt:lpstr>Gill Sans MT</vt:lpstr>
      <vt:lpstr>Wingdings</vt:lpstr>
      <vt:lpstr>Посылка</vt:lpstr>
      <vt:lpstr>Мобильное приложение Фитнес-Ассистент</vt:lpstr>
      <vt:lpstr>О приложении</vt:lpstr>
      <vt:lpstr>Преимущества приложения</vt:lpstr>
      <vt:lpstr>Ключевые функции</vt:lpstr>
      <vt:lpstr>Интерфейс приложения</vt:lpstr>
      <vt:lpstr>Интерфейс приложения</vt:lpstr>
      <vt:lpstr>Инструментарий проекта</vt:lpstr>
      <vt:lpstr>Структура проекта</vt:lpstr>
      <vt:lpstr>Планы по развитию</vt:lpstr>
      <vt:lpstr>Итоги и 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Мобильное приложение Fitness Assist</dc:title>
  <dc:creator/>
  <cp:lastModifiedBy>Huawei</cp:lastModifiedBy>
  <cp:revision>9</cp:revision>
  <dcterms:created xsi:type="dcterms:W3CDTF">2025-12-15T16:14:04Z</dcterms:created>
  <dcterms:modified xsi:type="dcterms:W3CDTF">2025-12-23T12:33:18Z</dcterms:modified>
</cp:coreProperties>
</file>